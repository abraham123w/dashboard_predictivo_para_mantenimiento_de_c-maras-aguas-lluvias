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</p:sldIdLst>
  <p:sldSz cx="18288000" cy="10287000"/>
  <p:notesSz cx="10287000" cy="18288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65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raham castro" userId="619bd963bacba7dc" providerId="LiveId" clId="{8A78F231-163A-4E46-B125-51746608BCC4}"/>
    <pc:docChg chg="undo custSel delSld modSld">
      <pc:chgData name="abraham castro" userId="619bd963bacba7dc" providerId="LiveId" clId="{8A78F231-163A-4E46-B125-51746608BCC4}" dt="2025-12-08T10:19:07.947" v="18" actId="1076"/>
      <pc:docMkLst>
        <pc:docMk/>
      </pc:docMkLst>
      <pc:sldChg chg="addSp delSp modSp mod">
        <pc:chgData name="abraham castro" userId="619bd963bacba7dc" providerId="LiveId" clId="{8A78F231-163A-4E46-B125-51746608BCC4}" dt="2025-12-08T10:19:07.947" v="18" actId="1076"/>
        <pc:sldMkLst>
          <pc:docMk/>
          <pc:sldMk cId="0" sldId="256"/>
        </pc:sldMkLst>
        <pc:picChg chg="add mod">
          <ac:chgData name="abraham castro" userId="619bd963bacba7dc" providerId="LiveId" clId="{8A78F231-163A-4E46-B125-51746608BCC4}" dt="2025-12-08T10:19:07.947" v="18" actId="1076"/>
          <ac:picMkLst>
            <pc:docMk/>
            <pc:sldMk cId="0" sldId="256"/>
            <ac:picMk id="4" creationId="{E4C68F07-6A7F-9329-8270-AD570874756F}"/>
          </ac:picMkLst>
        </pc:picChg>
        <pc:picChg chg="add del mod">
          <ac:chgData name="abraham castro" userId="619bd963bacba7dc" providerId="LiveId" clId="{8A78F231-163A-4E46-B125-51746608BCC4}" dt="2025-12-08T10:19:06.179" v="14" actId="22"/>
          <ac:picMkLst>
            <pc:docMk/>
            <pc:sldMk cId="0" sldId="256"/>
            <ac:picMk id="6" creationId="{A2A91423-B7D0-C830-9091-5CFF5CCDF286}"/>
          </ac:picMkLst>
        </pc:picChg>
      </pc:sldChg>
      <pc:sldChg chg="del">
        <pc:chgData name="abraham castro" userId="619bd963bacba7dc" providerId="LiveId" clId="{8A78F231-163A-4E46-B125-51746608BCC4}" dt="2025-12-08T10:15:51.374" v="0" actId="2696"/>
        <pc:sldMkLst>
          <pc:docMk/>
          <pc:sldMk cId="0" sldId="258"/>
        </pc:sldMkLst>
      </pc:sldChg>
      <pc:sldChg chg="del">
        <pc:chgData name="abraham castro" userId="619bd963bacba7dc" providerId="LiveId" clId="{8A78F231-163A-4E46-B125-51746608BCC4}" dt="2025-12-08T10:16:52.740" v="1" actId="2696"/>
        <pc:sldMkLst>
          <pc:docMk/>
          <pc:sldMk cId="0" sldId="265"/>
        </pc:sldMkLst>
      </pc:sldChg>
      <pc:sldChg chg="del">
        <pc:chgData name="abraham castro" userId="619bd963bacba7dc" providerId="LiveId" clId="{8A78F231-163A-4E46-B125-51746608BCC4}" dt="2025-12-08T10:17:00.204" v="2" actId="2696"/>
        <pc:sldMkLst>
          <pc:docMk/>
          <pc:sldMk cId="0" sldId="266"/>
        </pc:sldMkLst>
      </pc:sldChg>
      <pc:sldChg chg="del">
        <pc:chgData name="abraham castro" userId="619bd963bacba7dc" providerId="LiveId" clId="{8A78F231-163A-4E46-B125-51746608BCC4}" dt="2025-12-08T10:17:12.922" v="3" actId="2696"/>
        <pc:sldMkLst>
          <pc:docMk/>
          <pc:sldMk cId="0" sldId="26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5345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d6a1-b752-8def-8000-00002d598270.png?kimi-sig=nzH29eSEKXfWT-Tf-CAnGsExbHS98NNJTz6PUMhKBmQ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E4C68F07-6A7F-9329-8270-AD57087475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4042" y="4945363"/>
            <a:ext cx="4099915" cy="39627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d6ad-9882-868b-8000-000018f73dcc.png?kimi-sig=_lkMbh-GEJCl04Ykq6XMnRGeaNXnbxGasryPk2pL-LU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d6b1-8c12-8830-8000-0000c7f71a2b.png?kimi-sig=6OYdf1yBH0AzJqUVmEhfgGsPdEbv6U35zOoW_jSDp4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d6a8-3a52-84da-8000-0000ac9e2c10.png?kimi-sig=NITx_UxqM2RhQgdZy4agsy4zISfschL8ng8IevTQEg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d6a8-33e2-8608-8000-00009d8e03cc.png?kimi-sig=wPgoPchR3kYP5EhPc4IYiYIpQSvvVuV7gY_68UPNFZ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d6bc-35c2-81b4-8000-0000fcbc9c8c.png?kimi-sig=kHZZ5ZuZQ7y0vjaNA7pYDrJpQ4-o4PTfDbueHEVBv7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d6b6-c262-864a-8000-000057c75d8f.png?kimi-sig=6Elk66TnWBAkmtgvKEnH-8y_j14lXP22RVdggElKeI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d6c0-3de2-80bc-8000-000014bcdd37.png?kimi-sig=qXnowG8VFZrZUZda5Z1PgpjC12U09-h2ecqu-q3J9s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</Words>
  <Application>Microsoft Office PowerPoint</Application>
  <PresentationFormat>Personalizado</PresentationFormat>
  <Paragraphs>8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0" baseType="lpstr">
      <vt:lpstr>Arial</vt:lpstr>
      <vt:lpstr>Custom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Dashboard Inteligente para Limpieza Urbana</dc:title>
  <dc:subject>Dashboard Inteligente para Limpieza Urbana</dc:subject>
  <dc:creator>Kimi</dc:creator>
  <cp:lastModifiedBy>abraham castro</cp:lastModifiedBy>
  <cp:revision>1</cp:revision>
  <dcterms:created xsi:type="dcterms:W3CDTF">2025-12-08T10:14:59Z</dcterms:created>
  <dcterms:modified xsi:type="dcterms:W3CDTF">2025-12-08T10:19:14Z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{"Label":"Dashboard Inteligente para Limpieza Urbana","ContentProducer":"001191110108MACG2KBH8F10000","ProduceID":"d4ra45str22n7ov4vs40","ReservedCode1":"","ContentPropagator":"001191110108MACG2KBH8F20000","PropagateID":"d4ra45str22n7ov4vs40","ReservedCode2":""}</vt:lpwstr>
  </property>
</Properties>
</file>